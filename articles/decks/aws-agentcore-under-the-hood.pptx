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 layers you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Three layers, one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2957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6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826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76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70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3.11 local · CodeZip allows 3.10-3.13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6402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64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257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370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 the whole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agentcore/ tree - but only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two files are yours to edit: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agentcore.json and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aws-targets.json.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Everything else is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regenerable. --no-agent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ships no code folder.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validate   # -&gt;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 -l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Flags worth knowing: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-p port, -b TUI, --skip-deploy.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