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three-layer mental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6634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71800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603504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2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548640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965960"/>
            <a:ext cx="6309360" cy="4604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Rule: declare in JSON. Everything generated is regenerable.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78892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430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86000"/>
            <a:ext cx="31089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create writes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agentcore.json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with 15 empty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resource arrays,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and aws-targets.json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with just [ ]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Blue = you write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Gray = CLI generates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  ...15 arrays, all empty...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5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5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5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286000"/>
            <a:ext cx="31089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286000"/>
            <a:ext cx="329184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920240"/>
            <a:ext cx="6400800" cy="4427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1284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1596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31596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5815584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