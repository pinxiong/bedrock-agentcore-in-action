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554480" cy="91440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How AWS Bedrock AgentCore</a:t>
            </a:r>
          </a:p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Actually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2100" b="1" i="0">
                <a:solidFill>
                  <a:srgbClr val="93C5FD"/>
                </a:solidFill>
                <a:latin typeface="Helvetica Neue"/>
              </a:defRPr>
            </a:pPr>
            <a:r>
              <a:t>One JSON File In, Four CloudFormation Resources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94A3B8"/>
                </a:solidFill>
                <a:latin typeface="Helvetica Neue"/>
              </a:defRPr>
            </a:pPr>
            <a:r>
              <a:t>AgentCore in Action · measured on a real deployment in us-east-1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94A3B8"/>
                </a:solidFill>
                <a:latin typeface="Helvetica Neue"/>
              </a:defRPr>
            </a:pPr>
            <a:r>
              <a:t>xiongpin.dev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walkthrough, three 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7C3AED"/>
                </a:solidFill>
                <a:latin typeface="Helvetica Neue"/>
              </a:defRPr>
            </a:pPr>
            <a:r>
              <a:t>ACT I · KNOW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What AgentCore is, and the three-layer mental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What it is / what it is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Three layers, one direction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340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EA580C"/>
                </a:solidFill>
                <a:latin typeface="Helvetica Neue"/>
              </a:defRPr>
            </a:pPr>
            <a:r>
              <a:t>ACT II · RUN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Environment, then five hands-on steps with real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Environment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Step 1-5: scaffold, contract, deploy, local, invoke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3816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59669"/>
                </a:solidFill>
                <a:latin typeface="Helvetica Neue"/>
              </a:defRPr>
            </a:pPr>
            <a:r>
              <a:t>ACT III · SEE THROUGH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The mechanisms behind the steps, and what broke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HTTP contract, trace anatomy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Four failures, four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usual story ends with a Dockerfile and a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475569"/>
                </a:solidFill>
                <a:latin typeface="Helvetica Neue"/>
              </a:defRPr>
            </a:pPr>
            <a:r>
              <a:t>The usual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Write a Dockerfile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Pick an instance size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Hand-roll an IAM role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Hope the YAML is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047857"/>
                </a:solidFill>
                <a:latin typeface="Helvetica Neue"/>
              </a:defRPr>
            </a:pPr>
            <a:r>
              <a:t>AgentCore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743200"/>
            <a:ext cx="4663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JSON 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command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A running, observable endpoint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0" i="1">
                <a:solidFill>
                  <a:srgbClr val="64748B"/>
                </a:solidFill>
                <a:latin typeface="Helvetica Neue"/>
              </a:defRPr>
            </a:pPr>
            <a:r>
              <a:t>Everything between them is this article.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Know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What AgentCore is (and is not)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 family of managed runtimes, 14 capabilities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mental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you write code + JSON; the CLI generates the rest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 family of managed runtimes, not a new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Not a framework · not container orchestration · not a model router. Serverless microVM per session.</a:t>
            </a:r>
          </a:p>
        </p:txBody>
      </p:sp>
      <p:pic>
        <p:nvPicPr>
          <p:cNvPr id="6" name="Picture 5" descr="F1-capability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103120"/>
            <a:ext cx="6035040" cy="47777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MENTAL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You write code and JSON. The CLI generates the rest.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2-three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1965960"/>
            <a:ext cx="6309360" cy="46049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Run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Environment 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versions, permissions, one shadowing trap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agentcore create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one command, six steps, four resources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5431536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5541264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4-5 · Run local, invoke 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87044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same routes, same contract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Before step 1: align the toolchain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557784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D9488"/>
                </a:solidFill>
                <a:latin typeface="Helvetica Neue"/>
              </a:defRPr>
            </a:pPr>
            <a:r>
              <a:t>Versions (verified 2026-10-14)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Node.js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788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22.x (CLI needs 20+)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8269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AgentCore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28269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0.31.1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7647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AWS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7764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2.x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70248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427024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3.11 local · CodeZip allows 3.10-3.13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764024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Region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76402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us-east-1 (whole series)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Docker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52578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not needed - CodeZip builds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057400"/>
            <a:ext cx="525780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2860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2563EB"/>
                </a:solidFill>
                <a:latin typeface="Helvetica Neue"/>
              </a:defRPr>
            </a:pPr>
            <a:r>
              <a:t>Two identities, two permission sets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283464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You (deployer): create CFN stacks, upload to the bootstrap bucket, manage AgentCore resources.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886200"/>
            <a:ext cx="46634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The runtime (generated role): bedrock:InvokeModel* + logs:* + xray:PutTraceSegments. A least-privilege template for free.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20840" y="5212080"/>
            <a:ext cx="4617720" cy="502920"/>
          </a:xfrm>
          <a:prstGeom prst="roundRect">
            <a:avLst>
              <a:gd name="adj" fmla="val 30000"/>
            </a:avLst>
          </a:prstGeom>
          <a:solidFill>
            <a:srgbClr val="FFE4E6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5285232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BE123C"/>
                </a:solidFill>
                <a:latin typeface="Helvetica Neue"/>
              </a:defRPr>
            </a:pPr>
            <a:r>
              <a:t>Trap: old Python CLI shadows npm one - pip uninstall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agentcore create builds the skeleton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1D4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pic>
        <p:nvPicPr>
          <p:cNvPr id="6" name="Picture 5" descr="F3-directory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874519"/>
            <a:ext cx="5120640" cy="4430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874519"/>
            <a:ext cx="3108960" cy="3886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create writes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agentcore.json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with 15 empty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resource arrays,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and aws-targets.json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with just [ ]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Blue = you write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Gray = CLI generates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6D28D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30936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agentcore.json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"name": "aiauc01",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"managedBy": "CDK",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"runtimes": [{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"build": "CodeZip",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"entrypoint": "main.py",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"runtimeVersion": "PYTHON_3_13",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"envVars": [{ "name": "MODEL_ID",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  "value": "deepseek.v3.2"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  ...15 arrays, all empty...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011680"/>
            <a:ext cx="45262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0" y="2011680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219456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7C3AED"/>
                </a:solidFill>
                <a:latin typeface="Helvetica Neue"/>
              </a:defRPr>
            </a:pPr>
            <a:r>
              <a:t>aws-targets.json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60604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[{ "name": "default", "account": "...",</a:t>
            </a:r>
          </a:p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  "region": "us-east-1" }]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3840480"/>
            <a:ext cx="4526280" cy="1920240"/>
          </a:xfrm>
          <a:prstGeom prst="roundRect">
            <a:avLst>
              <a:gd name="adj" fmla="val 8000"/>
            </a:avLst>
          </a:prstGeom>
          <a:solidFill>
            <a:srgbClr val="FFEDD5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4023360"/>
            <a:ext cx="397763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create writes an empty array.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first deploy calls STS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and fills account + region in.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No --region flag exists.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file is the only truth.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command, six steps, four cloud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EA580C"/>
              </a:gs>
              <a:gs pos="100000">
                <a:srgbClr val="EA580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pic>
        <p:nvPicPr>
          <p:cNvPr id="6" name="Picture 5" descr="F4-deploy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928" y="1920240"/>
            <a:ext cx="6492240" cy="385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What success looks like (cold account)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669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109960" cy="37947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600">
                <a:solidFill>
                  <a:srgbClr val="34D399"/>
                </a:solidFill>
                <a:latin typeface="Menlo"/>
              </a:defRPr>
            </a:pPr>
            <a:r>
              <a:t>$ agentcore deploy -y --target default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Load deployment target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Validate project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Sync CDK dependencies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Build CDK project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Synthesize CloudFormation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Deploy to AWS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Deployed to 'default' (stack: AgentCore-aiauc01-default)</a:t>
            </a:r>
          </a:p>
          <a:p>
            <a:pPr algn="l">
              <a:lnSpc>
                <a:spcPct val="112000"/>
              </a:lnSpc>
              <a:defRPr sz="1600">
                <a:solidFill>
                  <a:srgbClr val="93C5FD"/>
                </a:solidFill>
                <a:latin typeface="Menlo"/>
              </a:defRPr>
            </a:pPr>
            <a:r>
              <a:t>  Runtime ARN: arn:aws:bedrock-agentcore:us-east-1:123456789012:</a:t>
            </a:r>
          </a:p>
          <a:p>
            <a:pPr algn="l">
              <a:lnSpc>
                <a:spcPct val="112000"/>
              </a:lnSpc>
              <a:defRPr sz="1600">
                <a:solidFill>
                  <a:srgbClr val="93C5FD"/>
                </a:solidFill>
                <a:latin typeface="Menlo"/>
              </a:defRPr>
            </a:pPr>
            <a:r>
              <a:t>               runtime/aiauc01_aia_uc01-LH8zQV86C2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600">
                <a:solidFill>
                  <a:srgbClr val="94A3B8"/>
                </a:solidFill>
                <a:latin typeface="Menlo"/>
              </a:defRPr>
            </a:pPr>
            <a:r>
              <a:t># cold: 9 min 49 s   ·   code-only redeploy: 26 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SCHEMA-FIRST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cdk/ is a compiler. agentcore.json is the program.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7040880" cy="2743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// agentcore/cdk/bin/cdk.ts (generated)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configRoot = path.resolve(process.cwd(), '..');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configIO = new ConfigIO({ baseDir: configRoot });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spec    = await configIO.readProjectSpec();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targets = await configIO.readAWSDeploymentTargets();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Zero hard-coded names in the generated project (grepped).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Stack name = AgentCore-&lt;projectName&gt;-&lt;targetName&gt;, both from the 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2011680"/>
            <a:ext cx="3703320" cy="3749039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55279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011680"/>
            <a:ext cx="3108960" cy="3749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Same TypeScript,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different JSON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→ different stack.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Change the schema,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not the plumbing.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That is what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schema-first means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in practice.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738628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4 · RUN IT LOCALLY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Same app, same routes, no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F766E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035040" cy="21945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$ agentcore dev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Server: http://localhost:8080/invocations</a:t>
            </a:r>
          </a:p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(GET /ping + POST /invocations - same two routes)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6035040" cy="13716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300">
                <a:solidFill>
                  <a:srgbClr val="34D399"/>
                </a:solidFill>
                <a:latin typeface="Menlo"/>
              </a:defRPr>
            </a:pPr>
            <a:r>
              <a:t>$ curl -s -X POST localhost:8080/invocations \</a:t>
            </a:r>
          </a:p>
          <a:p>
            <a:pPr algn="l">
              <a:lnSpc>
                <a:spcPct val="112000"/>
              </a:lnSpc>
              <a:defRPr sz="1300">
                <a:solidFill>
                  <a:srgbClr val="E2E8F0"/>
                </a:solidFill>
                <a:latin typeface="Menlo"/>
              </a:defRPr>
            </a:pPr>
            <a:r>
              <a:t>   -d '{"prompt":"What is 128 plus 256?"}'</a:t>
            </a:r>
          </a:p>
          <a:p>
            <a:pPr algn="l">
              <a:lnSpc>
                <a:spcPct val="112000"/>
              </a:lnSpc>
              <a:defRPr sz="1300">
                <a:solidFill>
                  <a:srgbClr val="93C5FD"/>
                </a:solidFill>
                <a:latin typeface="Menlo"/>
              </a:defRPr>
            </a:pPr>
            <a:r>
              <a:t>→ SSE stream, toolUse add_numbers, answer 384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011680"/>
            <a:ext cx="466344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Uvicorn + hot reload.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Model calls still go to Bedrock: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credentials needed, deployment not.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Edit main.py while it runs: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the reloader picks it up</a:t>
            </a:r>
          </a:p>
          <a:p>
            <a:pPr algn="l">
              <a:lnSpc>
                <a:spcPct val="125000"/>
              </a:lnSpc>
              <a:defRPr sz="1600" b="0" i="0">
                <a:solidFill>
                  <a:srgbClr val="475569"/>
                </a:solidFill>
                <a:latin typeface="Helvetica Neue"/>
              </a:defRPr>
            </a:pPr>
            <a:r>
              <a:t>without a restart.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5 · INVOKE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deployed runtime answers through the data plane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4785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pic>
        <p:nvPicPr>
          <p:cNvPr id="7" name="Picture 6" descr="F5-one-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874519"/>
            <a:ext cx="5394960" cy="3937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0" i="0">
                <a:solidFill>
                  <a:srgbClr val="64748B"/>
                </a:solidFill>
                <a:latin typeface="Helvetica Neue"/>
              </a:defRPr>
            </a:pPr>
            <a:r>
              <a:t>agentcore invoke = a CLI client for the hosted /invocations endpoint, not a third interface.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invoke costs about $0.0009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2563EB"/>
                </a:solidFill>
                <a:latin typeface="Helvetica Neue"/>
              </a:defRPr>
            </a:pPr>
            <a:r>
              <a:t>$0.0007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model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846 in + 82 out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deepseek.v3.2 @$0.62/$1.85 per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D9488"/>
                </a:solidFill>
                <a:latin typeface="Helvetica Neue"/>
              </a:defRPr>
            </a:pPr>
            <a:r>
              <a:t>$0.0002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runtime compute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≈ 7 s active compute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idle sessions are free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816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EA580C"/>
                </a:solidFill>
                <a:latin typeface="Helvetica Neue"/>
              </a:defRPr>
            </a:pPr>
            <a:r>
              <a:t>9m49s / 26s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first deploy / redeploy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cold = npm install (221 pkgs)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warm = asset hash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500" b="1" i="0">
                <a:solidFill>
                  <a:srgbClr val="0F172A"/>
                </a:solidFill>
                <a:latin typeface="Helvetica Neue"/>
              </a:defRPr>
            </a:pPr>
            <a:r>
              <a:t>The infrastructure bill rounds to zero. The engineering cost is reading the trace.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See through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HTTP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requests, an async generator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what observability records, and when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Four failures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and what each one taught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four sentences to keep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0025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requests. That is the whole platform contract.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685800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@app.entrypoint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async def invoke(payload, context):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session_id = getattr(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context, "session_id", "default-session")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agent = get_or_create_agent(session_id)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async for event in agent.stream_async(prompt):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yield event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2011680"/>
            <a:ext cx="3886200" cy="3749039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011680"/>
            <a:ext cx="3291840" cy="3749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GET  /ping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POST /invocations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yield → one SSE event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session_id = your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state key. The platform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handles the microVMs.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MODEL_ID = an env var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from agentcore.json.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trace teaches the agent loop without reading source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6-spa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1783080"/>
            <a:ext cx="5852160" cy="404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50" b="1" i="0">
                <a:solidFill>
                  <a:srgbClr val="BE123C"/>
                </a:solidFill>
                <a:latin typeface="Helvetica Neue"/>
              </a:defRPr>
            </a:pPr>
            <a:r>
              <a:t>Caveats: spans need ~10 min to query · local dev records no tool span - assert against the deployment.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BROKE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failures worth passing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11D48"/>
              </a:gs>
              <a:gs pos="100000">
                <a:srgbClr val="EE829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Stale cdk.out fails the next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CLI deletes it before synth; leftover state kills synth. rm -rf agentcore/cdk/cdk.out fixes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Renaming is destroying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name → CloudFormation logical ID. Rename = delete old runtime + create new.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Models leak scaffolding into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DSML markers, &lt;thinking&gt; blocks. Verified with Strands removed. Stream-safe filter at the entrypoint.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Region is not a flag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--region → unknown option. The targets file decides; it fills itself in on first deploy.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05613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7C3AE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94767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The JSON file is the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68296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everything else is regenerable plumbing driven by it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898648"/>
            <a:ext cx="566928" cy="566928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2563E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88036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CDK appears as a vendored compiler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30098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you never write constructs; same code, different JSON, different stack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831335"/>
            <a:ext cx="566928" cy="566928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D948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81304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Local and deployed share one HTTP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2336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code that passed locally deploys without a shim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764023"/>
            <a:ext cx="566928" cy="566928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5966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74573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Observability is real but asynchronous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166359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the tool call gets its own span; give tests minutes, not seconds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08760" y="5715000"/>
            <a:ext cx="9692640" cy="59436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715000"/>
            <a:ext cx="96926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defRPr sz="1600" b="1" i="1">
                <a:solidFill>
                  <a:srgbClr val="6D28D9"/>
                </a:solidFill>
                <a:latin typeface="Helvetica Neue"/>
              </a:defRPr>
            </a:pPr>
            <a:r>
              <a:t>Your infrastructure is not code you maintain. It is code that compiles.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Your infrastructure is not code</a:t>
            </a:r>
          </a:p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 maintain. It is code that compiles.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1554480" cy="82296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93C5FD"/>
                </a:solidFill>
                <a:latin typeface="Helvetica Neue"/>
              </a:defRPr>
            </a:pPr>
            <a:r>
              <a:t>AgentCore in Action · Article 0 · xiongpin.dev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